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94"/>
  </p:normalViewPr>
  <p:slideViewPr>
    <p:cSldViewPr snapToGrid="0">
      <p:cViewPr varScale="1">
        <p:scale>
          <a:sx n="118" d="100"/>
          <a:sy n="118" d="100"/>
        </p:scale>
        <p:origin x="20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2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4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85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715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5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49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1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0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A0978B0-7220-244B-979D-CB9D6B444C3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5B76EFF-E12B-C345-BEC6-30F2CB6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3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279A-7A0E-AEEF-8B00-A96AF65AD1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CD5BA-93AB-1FDE-658F-677900F540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07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Rockwell</vt:lpstr>
      <vt:lpstr>Rockwell Condensed</vt:lpstr>
      <vt:lpstr>Rockwell Extra Bold</vt:lpstr>
      <vt:lpstr>Wingdings</vt:lpstr>
      <vt:lpstr>Wood Type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van Brackel</dc:creator>
  <cp:lastModifiedBy>Jason van Brackel</cp:lastModifiedBy>
  <cp:revision>1</cp:revision>
  <dcterms:created xsi:type="dcterms:W3CDTF">2025-11-05T02:31:10Z</dcterms:created>
  <dcterms:modified xsi:type="dcterms:W3CDTF">2025-11-05T02:31:48Z</dcterms:modified>
</cp:coreProperties>
</file>